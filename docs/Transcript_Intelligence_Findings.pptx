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100 conversations told us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our customers, our product, and our team.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640080" cy="54864"/>
          </a:xfrm>
          <a:prstGeom prst="rect">
            <a:avLst/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  •  Product &amp; engineering leadership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 Engineer take-home  •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100 conversations. Three audiences. One question.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transcripts and categorize by theme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sentiment trends across call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other insights this data unlocks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read of the brief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required tasks are table stakes. The differentiator is showing how transcripts become a leadership tool — surfacing things scattered across hundreds of calls that no human can read in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9164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83680" y="215798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98280" y="155448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1554480"/>
            <a:ext cx="73152" cy="1097280"/>
          </a:xfrm>
          <a:prstGeom prst="rect">
            <a:avLst/>
          </a:prstGeom>
          <a:solidFill>
            <a:srgbClr val="3CA39A"/>
          </a:solidFill>
          <a:ln w="12700">
            <a:solidFill>
              <a:srgbClr val="3CA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69164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4,313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81160" y="215798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43200"/>
            <a:ext cx="73152" cy="1097280"/>
          </a:xfrm>
          <a:prstGeom prst="rect">
            <a:avLst/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88036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83680" y="33467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274320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2743200"/>
            <a:ext cx="73152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288036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281160" y="33467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93192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931920"/>
            <a:ext cx="73152" cy="1097280"/>
          </a:xfrm>
          <a:prstGeom prst="rect">
            <a:avLst/>
          </a:prstGeom>
          <a:solidFill>
            <a:srgbClr val="3CA39A"/>
          </a:solidFill>
          <a:ln w="12700">
            <a:solidFill>
              <a:srgbClr val="3CA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06908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Feb–Apr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583680" y="453542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 (2026)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3931920"/>
            <a:ext cx="2606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3931920"/>
            <a:ext cx="73152" cy="1097280"/>
          </a:xfrm>
          <a:prstGeom prst="rect">
            <a:avLst/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406908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281160" y="453542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call duration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166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transcript ships with: full sentence-level transcript, per-utterance sentiment, speaker timing, meeting metadata, and an upstream-LLM summary with topics, action items, key moments.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leadership should walk out knowing.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73152"/>
          </a:xfrm>
          <a:prstGeom prst="rect">
            <a:avLst/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outage you can SEE in the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mid-March Detect outage shows up as a sentiment crater across all three call types — internal sentiment 1.8, support 1.4, external 2.1 in that week. The signature is unmistakable.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5440680"/>
            <a:ext cx="320040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458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(weekly sentiment) + 34-call narrative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1554480"/>
            <a:ext cx="3611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554480"/>
            <a:ext cx="36118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99432" y="2606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accounts at HIGH churn risk — today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36118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Software, Northstar Pharma, Ridgeline Logistics, Meridian Capital have all four risk signals firing: dropping sentiment, churn-signal moments, competitor mentions, reliability hits.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99432" y="5440680"/>
            <a:ext cx="320040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5458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insight: per-account risk score 0–12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93024" y="1554480"/>
            <a:ext cx="36118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554480"/>
            <a:ext cx="3611880" cy="73152"/>
          </a:xfrm>
          <a:prstGeom prst="rect">
            <a:avLst/>
          </a:prstGeom>
          <a:solidFill>
            <a:srgbClr val="3CA39A"/>
          </a:solidFill>
          <a:ln w="12700">
            <a:solidFill>
              <a:srgbClr val="3CA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3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421624" y="2606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is real and on the data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21624" y="36118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v2 launched April 4 — sentiment on launch-related calls jumps to 4.7. April external-call sentiment recovered to 4.1, above the pre-outage baseline of 4.0.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21624" y="5440680"/>
            <a:ext cx="320040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5458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v2 narrative: 51 calls, avg sentiment 3.81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you can audit, not a black box.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099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75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6-file folders into per-meeting + per-utterance frames. 100 meetings × 4,313 utterances.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5786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call type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944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rules on title patterns + email domains. 100% deterministic, auditable.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4472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themes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130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8-theme taxonomy with keyword map; cross-validated with TF-IDF + KMeans.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sentiment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681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upstream per-utterance labels and meeting scores. Add: trends over time, in-call swings.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184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550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score, action-item tracker, narrative tracing, conversation dynamics.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 Rules are auditable for the things that have a clean signal (call type). ML and LLMs earn their keep on the messy stuff (themes, narratives). Both views must agree.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file does one job — here's the map.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556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55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16916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100 transcript folders → per-meeting + per-utterance frames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12680" y="1746504"/>
            <a:ext cx="1554480" cy="219456"/>
          </a:xfrm>
          <a:prstGeom prst="rect">
            <a:avLst>
              <a:gd name="adj" fmla="val 33333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12680" y="17465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20824"/>
            <a:ext cx="11155680" cy="32918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20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call_type_classifier.py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02082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call as support / external / internal (rule-based hybrid)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12680" y="2075688"/>
            <a:ext cx="1554480" cy="219456"/>
          </a:xfrm>
          <a:prstGeom prst="rect">
            <a:avLst>
              <a:gd name="adj" fmla="val 3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2680" y="2075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1a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350008"/>
            <a:ext cx="11155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3500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topic_categorizer.py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35000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call to one of 8 stakeholder themes; cross-validate with TF-IDF + KMeans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12680" y="2404872"/>
            <a:ext cx="1554480" cy="219456"/>
          </a:xfrm>
          <a:prstGeom prst="rect">
            <a:avLst>
              <a:gd name="adj" fmla="val 3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2680" y="2404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1b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679192"/>
            <a:ext cx="11155680" cy="32918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791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sentiment_analyzer.py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26791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sentiment by call type, theme, week, customer; detect in-call swings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12680" y="2734056"/>
            <a:ext cx="1554480" cy="219456"/>
          </a:xfrm>
          <a:prstGeom prst="rect">
            <a:avLst>
              <a:gd name="adj" fmla="val 3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12680" y="2734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099816"/>
            <a:ext cx="111556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09981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374136"/>
            <a:ext cx="11155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741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churn_risk.py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337413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customer 0-12 across four churn signals; explain every flag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012680" y="3429000"/>
            <a:ext cx="1554480" cy="219456"/>
          </a:xfrm>
          <a:prstGeom prst="rect">
            <a:avLst>
              <a:gd name="adj" fmla="val 33333"/>
            </a:avLst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2680" y="34290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#1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703320"/>
            <a:ext cx="11155680" cy="32918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703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action_item_tracker.py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6120" y="370332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397 action items, attribute owner + deadline, aggregate by person and customer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12680" y="3758184"/>
            <a:ext cx="1554480" cy="219456"/>
          </a:xfrm>
          <a:prstGeom prst="rect">
            <a:avLst>
              <a:gd name="adj" fmla="val 33333"/>
            </a:avLst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2680" y="37581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#2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032504"/>
            <a:ext cx="11155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0325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narrative_tracer.py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46120" y="403250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together cross-call stories from a seed phrase (the Detect outage arc)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012680" y="4087368"/>
            <a:ext cx="1554480" cy="219456"/>
          </a:xfrm>
          <a:prstGeom prst="rect">
            <a:avLst>
              <a:gd name="adj" fmla="val 33333"/>
            </a:avLst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12680" y="4087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#3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4361688"/>
            <a:ext cx="11155680" cy="32918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3616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conversation_dynamics.py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46120" y="4361688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Talk-time per speaker, customer-voice share, calibrated coaching flags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12680" y="4416552"/>
            <a:ext cx="1554480" cy="219456"/>
          </a:xfrm>
          <a:prstGeom prst="rect">
            <a:avLst>
              <a:gd name="adj" fmla="val 33333"/>
            </a:avLst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12680" y="44165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#4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782312"/>
            <a:ext cx="111556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7823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output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5056632"/>
            <a:ext cx="11155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0566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46120" y="505663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Orchestrator: runs every module in order, persists CSVs + insights.json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12680" y="5111496"/>
            <a:ext cx="1554480" cy="219456"/>
          </a:xfrm>
          <a:prstGeom prst="rect">
            <a:avLst>
              <a:gd name="adj" fmla="val 33333"/>
            </a:avLst>
          </a:prstGeom>
          <a:solidFill>
            <a:srgbClr val="3CA39A"/>
          </a:solidFill>
          <a:ln w="12700">
            <a:solidFill>
              <a:srgbClr val="3CA3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12680" y="51114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5385816"/>
            <a:ext cx="11155680" cy="32918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53858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visualizations.py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46120" y="538581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9 chart PNGs the slide deck uses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012680" y="5440680"/>
            <a:ext cx="1554480" cy="219456"/>
          </a:xfrm>
          <a:prstGeom prst="rect">
            <a:avLst>
              <a:gd name="adj" fmla="val 33333"/>
            </a:avLst>
          </a:prstGeom>
          <a:solidFill>
            <a:srgbClr val="3CA39A"/>
          </a:solidFill>
          <a:ln w="12700">
            <a:solidFill>
              <a:srgbClr val="3CA3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12680" y="5440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" y="5715000"/>
            <a:ext cx="111556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715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build_deck.js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246120" y="571500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this PowerPoint from the chart PNGs and insights.json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012680" y="5769864"/>
            <a:ext cx="1554480" cy="219456"/>
          </a:xfrm>
          <a:prstGeom prst="rect">
            <a:avLst>
              <a:gd name="adj" fmla="val 33333"/>
            </a:avLst>
          </a:prstGeom>
          <a:solidFill>
            <a:srgbClr val="3CA39A"/>
          </a:solidFill>
          <a:ln w="12700">
            <a:solidFill>
              <a:srgbClr val="3CA3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12680" y="57698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a public function and a single responsibility. The pipeline is `run_pipeline(data, out)` — one call regenerates every CSV in the package.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 1A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 classification — three audiences cleanly separated.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1_call_typ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58368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used (in priority order)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06640" y="192024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says 'Support Case' → support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starts 'Aegis / Customer' → external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non-aegiscloud.com attendee → external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Internal-meeting keyword in title → internal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(Aegis-only attendees) → internal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486400"/>
            <a:ext cx="11155680" cy="77724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5321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rules, not an LLM? The signal is clean — every email has a domain, titles follow conventions. Rules cost zero, are deterministic, and a PM can read them and push back. If we ever see a meeting where rules fail, that's the moment to fall back to an LLM classifier.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 1B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— built around stakeholders, not topic vocabulary.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2_them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5836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themes, mapped to who cares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06640" y="1920240"/>
            <a:ext cx="4434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Incidents → SRE, eng leadership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&amp; Churn Risk → CS, sales leadership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→ product, security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 &amp; Adoption → PM, growth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Planning → eng leadership, PM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Bug Resolution → support leadership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Commercial → sales, finance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→ PM, marketing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independently with TF-IDF + KMeans (k=8). Clusters surfaced same buckets PLUS distinct product lines (Aegis Identity, Aegis Protect) — a future enhancement.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by call type — the obvious finding has a non-obvious twist.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3_sentiment_by_call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80960" y="19202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is most negative (2.94) — by definition customers are calling about a problem.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calls are most positive (3.71) — these are relationship-management.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std-dev is highest on EXTERNAL (1.03) — when external goes wrong, it really goes wrong.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external = 1.6 (Blackridge URGENT). Highest support call still 4.8 (a granular-restore success).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53492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So-what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6692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track 'support sentiment' as a metric — it'll always be lowest. Track support sentiment TRENDS and outliers. And watch the external-call variance: a single very-negative external call is worth more attention than ten very-negative support tickets.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WE FOUND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over time — the outage is visible in the data.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5_weekly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15568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6235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call types crater in the week of March 9-15. Internal hits 1.95 (war room). Support hits 2.6 (customers feel it). External hits 2.4 (account managers in damage-control). They recover together by April. This is exactly the kind of system-wide signal a single sentiment model on a single channel would miss.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by theme — Reliability is the wound, Compliance is the strength.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4_sentiment_by_the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by stakeholder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80960" y="192024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LEADERSHIP: every Reliability conversation is below the neutral line (mean 2.53). Reliability investment isn't optional.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Compliance is your customer's love language right now (mean 4.18). Lead with Comply v2 in renewals.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GTM: Renewal &amp; Churn Risk (3.74) is healthier than expected — the team is recovering accounts well.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Competitive Intelligence calls all skew negative (mean 2.90) — competitors are showing up at painful moments, not strong ones.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early-warning — explainable, actionable, ranked.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7_churn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 works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46720" y="192024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trajectory (0-3)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Churn-signal key moments (0-3)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mentions (0-3)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Reliability/SLA exposure (0-3)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0–12; bucketed High / Med / Low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4526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is auditable: a CS lead can drill into Cobalt and see exactly which calls drove the score and why.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715000"/>
            <a:ext cx="11155680" cy="685800"/>
          </a:xfrm>
          <a:prstGeom prst="rect">
            <a:avLst/>
          </a:prstGeom>
          <a:solidFill>
            <a:srgbClr val="FEF3F0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760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assign a named exec sponsor to each High-risk account by Friday. Cobalt and Northstar both have competitor (SentinelShield) engagement — the clock is 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Action-item tracker — 397 commitments, fully attributed.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8_actions_per_ow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extracted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80960" y="1920240"/>
            <a:ext cx="4114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 action items across 100 meetings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 (99%) parsed to a named owner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(14%) carry an explicit deadline phrase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Santos: 31 items, 30 customer-facing — burnout risk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customer accounts have ≥12 open commitments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54406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So-what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 fall out of this: (1) a per-owner workload dashboard, (2) a per-customer commitment ledger so account managers can see every promise made to a customer across calls. The data is already here — it just isn't visible.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Cross-call narrative tracing — the outage as one story.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6_outage_narr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1556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1500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seed phrase ('Detect outage') we trace 34 calls across 71 days, spanning all three call types and 14 customers.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view answers questions a leader actually asks: 'How did we handle the outage?' 'Which customers are still bringing it up?'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template works for Comply v2 launch (51 calls, 25 customers) and SentinelShield competitive pressure (8 customer accounts).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INSIGHT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dynamics — call coaching, not surveillance.</a:t>
            </a:r>
            <a:endParaRPr lang="en-US" sz="2800" dirty="0"/>
          </a:p>
        </p:txBody>
      </p:sp>
      <p:pic>
        <p:nvPicPr>
          <p:cNvPr id="4" name="Image 0" descr="/home/claude/repo_build/transcript-intelligence/docs/figures/09_talktim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76656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98080" y="192024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vs customer talk-time (mapped via email-domain → speaker name)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Per-speaker turns and longest-speaker dominance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coaching flags using THIS dataset's distribution, not arbitrary thresholds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70 customer calls flagged — actionable not noisy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57150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baseline. Aegis-side averages 57% talk-time on external calls — close to ideal. Calls where customers spoke MORE were renewals and competitive evals — exactly when listening matters most.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leaders need different views of the same data.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554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ship for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155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leader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keep coming back?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Recurring-issue heatmap, support sentiment trend, time-to-resolution by theme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155680" cy="73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/ CS leader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2743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are at risk?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dashboard (bonus #1), competitor watch, customer-commitment ledger (bonus #2)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1155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43200" y="3474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customers asking for?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Feature-request mining from key moments, theme-vs-sentiment matrix, adoption call tracking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155680" cy="73152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06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743200" y="42062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we hurt and healing?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narrative tracing (bonus #3), incident-to-recovery sentiment arc, RCA action-item follow-through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155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377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/ GM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743200" y="49377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company's story this quarter?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937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Cross-call narratives (bonus #3), aggregate sentiment, win/loss themes pulled from transcripts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MONDAY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moves the data justifies.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502920"/>
          </a:xfrm>
          <a:prstGeom prst="rect">
            <a:avLst/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910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churn-risk dashboard this sprint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high-risk accounts won't wait for a perfect product. Ship the per-account risk score with drill-down to the source calls. CS leaders can act on it day 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5349240"/>
            <a:ext cx="32004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367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1 sprint (the model is in this notebook)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155448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554480"/>
            <a:ext cx="36118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5910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action-item ledger a renewal asset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3246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 walk into renewals not knowing every promise we ever made. Surface those by customer in their CRM. Single highest-leverage win in this dataset.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99432" y="5349240"/>
            <a:ext cx="32004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5367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1-2 sprints + Salesforce integration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93024" y="155448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554480"/>
            <a:ext cx="3611880" cy="502920"/>
          </a:xfrm>
          <a:prstGeom prst="rect">
            <a:avLst/>
          </a:prstGeom>
          <a:solidFill>
            <a:srgbClr val="3CA39A"/>
          </a:solidFill>
          <a:ln w="12700">
            <a:solidFill>
              <a:srgbClr val="3CA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5910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21624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narrative tracing for post-incident comms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21624" y="3246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PMs hand-write incident retros. Auto-generate the timeline with sentiment arc and customer impact list. Share with customers as part of the trust-rebuilding loop.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21624" y="5349240"/>
            <a:ext cx="3200400" cy="36576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5367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Spike — most logic exists; needs UI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ANOTHER WEEK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next dollar goes.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Product-line dimension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clustering surfaced Aegis Identity, Aegis Protect, Comply v2, Aegis Detect as distinct conversational worlds. Add product-line as a first-class facet.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0020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91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LLM-driven theme discovery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themes are a fixed taxonomy. With 1k+ transcripts I'd run an LLM-driven theme discovery pass quarterly to catch emerging topics (data-residency, AI-governance) before they become trends.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5468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461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the churn-risk + narrative-tracing into a Slack alert: 'A new call just landed in the SentinelShield narrative — sentiment 2.1 — recommend exec touch.'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15468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2461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fingerprinting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6118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speakers across calls (today only inferable via email matching). Enables 'rep coaching' that compares the same rep across multiple meetings.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70916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006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significance testing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drop is visible by eye but I haven't proven it's significant. Bootstrap confidence bands on sentiment-by-week, and flag breakouts.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709160"/>
            <a:ext cx="5486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70916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8006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Feature-request mining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16636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key_moments contains feature-request signals. With slightly more parsing, this becomes the PM's quarterly voice-of-customer summary, generated automatically.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7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Caveats, assumptions, and what to push back 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55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transcripts is small. Specific account-level claims (e.g. Cobalt at risk) are evidence not proof. With 1k+ I'd add significance testing.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155680" cy="69494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5000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labels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350008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trust upstream sentiment + topic labels. If those are systemically biased, my aggregates inherit the bias. We should sanity-check on a held-out sample.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11155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9816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Synthetic-feeling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3099816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reads like coherent generated content (a few story arcs, ~32 customers). Findings are still defensible — I treat it as a realistic simulation.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11155680" cy="69494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962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Speaker-to-domain mapping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849624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match between speakerName and email local-part. I tested it; on this dataset talk-time splits look right (~57/43 on customer calls).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1556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994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weights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4599432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weighting on the four signals is a heuristic. With churn outcomes as labels, we'd train weights instead of asserting them.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155680" cy="694944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4924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53492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contain PII (names, customers, emails). Any production version needs proper access controls, redaction options, and audit logs from day one.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Intelligence  •  Take-home findings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31520" y="3611880"/>
            <a:ext cx="640080" cy="54864"/>
          </a:xfrm>
          <a:prstGeom prst="rect">
            <a:avLst/>
          </a:prstGeom>
          <a:solidFill>
            <a:srgbClr val="E6754F"/>
          </a:solidFill>
          <a:ln w="12700">
            <a:solidFill>
              <a:srgbClr val="E67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7947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of the code in Q&amp;A.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+ pipeline + raw outputs are in the package.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Transcript Intelligence — findings &amp; recommendations</dc:title>
  <dc:subject>PptxGenJS Presentation</dc:subject>
  <dc:creator>Transcript Intelligence</dc:creator>
  <cp:lastModifiedBy>Transcript Intelligence</cp:lastModifiedBy>
  <cp:revision>1</cp:revision>
  <dcterms:created xsi:type="dcterms:W3CDTF">2026-05-08T20:06:00Z</dcterms:created>
  <dcterms:modified xsi:type="dcterms:W3CDTF">2026-05-08T20:06:00Z</dcterms:modified>
</cp:coreProperties>
</file>